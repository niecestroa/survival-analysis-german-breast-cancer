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200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German Breast Cancer Project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By </a:t>
            </a:r>
            <a:r>
              <a:rPr lang="en-US" dirty="0">
                <a:ea typeface="+mn-lt"/>
                <a:cs typeface="+mn-lt"/>
              </a:rPr>
              <a:t>Kristine Liu, Aaron Niecestro, Martha Rivera</a:t>
            </a:r>
            <a:endParaRPr lang="en-US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C19A2-CB78-4373-8621-1FE7CC5D9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3807F-2A2A-479B-82A7-7CB500C0C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277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13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German Breast Cancer Project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Aaron Niecestro</dc:creator>
  <cp:lastModifiedBy>Aaron Niecestro</cp:lastModifiedBy>
  <cp:revision>11</cp:revision>
  <dcterms:created xsi:type="dcterms:W3CDTF">2021-04-26T02:34:50Z</dcterms:created>
  <dcterms:modified xsi:type="dcterms:W3CDTF">2021-04-26T18:07:52Z</dcterms:modified>
</cp:coreProperties>
</file>